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C40A4-CCA7-4DD5-9F42-760D509DA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8F2D31-FAB0-4D9A-BA40-61C079A09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B40AAF-C501-4170-A306-F41EDDF0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B210D6-B7A3-4C39-AEE0-6677D1AD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08103-23A7-45BE-B697-D65D0B88C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278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F6B6D-9F57-471C-85FF-AB952F4DA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BB4C38-E7C8-4A91-B22A-B0C1B8250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226DE4-B3A0-4FCF-B582-C5C15069D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410BAE-C2F1-4818-B91A-224ED596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D3BD46-8C51-420E-B874-498006C2C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1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2DA95-B09D-482A-B3EB-2CE47E28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563F45-8737-4EDB-A471-213C6E8DC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E79D8-50B0-439F-82BF-BB056FACB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1C8BDD-05F1-454E-B335-61D0B28C3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7EE6E0-C264-4E12-B58C-F02D9196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22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3CD4C-1B8A-442A-B8E5-8440A117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6883CC-C70D-48F9-9257-62D24B47C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C20D6B-33AB-4300-AAA2-0A2F3C892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5C24B7-CD89-4329-ACE6-3D648794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41720E-7CDD-453B-9BD1-0D42B39E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49B556-E0FE-4684-B107-D9CB9B67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79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CB71B-3A0F-4F9F-BC54-4BDFE0DBD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00FEF7-36F1-437A-88DA-EDEA5D843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6356D5-BBAB-424B-9321-023932138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359C04-78F1-47F4-9FFE-2E7FE2894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32E50C-0873-4267-99DB-E239DD41E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6F7EBE-DAEC-4F82-AFD2-34C95247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A5C635-4CAB-40B6-AC77-360A7E75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BFE807-746A-44A2-89DA-B056CC43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72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21935E-76F3-4496-A755-B8489AFB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10E2ECB-AD80-420C-887A-0FEBC6A84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1D6D57-271B-446F-BCE7-B4E0819D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2129DE-DF24-438C-911D-C964F59A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81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3891BD-6E57-496B-9BBD-2A70DF43A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2D8557-BC3D-4767-A12B-1EC0F033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1ECE04-0318-4387-B1F1-BC3DD554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61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02F1A-386C-4D52-8253-FBC12AC26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EB7DE6-D8BE-4668-8732-71E41323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73810B-2EBB-403C-A20F-58D7F2FE3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12154A-E536-4329-B15D-DB7C2A3C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315599-4122-429E-9356-12B72DE7F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10B9B5-9C37-4FF3-B334-B8552C7E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73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27EB6-C4B4-48B4-BDF2-9E13C825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4BABE-CABE-4B39-9A6F-E973F60C0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931351-D4BB-42F7-8B79-63EB5217B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39BB64-0BAA-40B7-B283-DE48DBAD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1C35F5-41F5-443D-84F8-19659B9E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CB0C6F-1582-4A92-BA22-89C95405F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234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BEB71-9B41-4327-AE64-C513AA716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77C27F-6D81-4738-98EC-A7CA30698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A1C64C-D5F1-4DE5-93F3-624E4A9C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D5D377-D429-4424-9B6B-75DB42E9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4F3FA7-B831-4BF6-B450-48BA3B28B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58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3CC1D5-8CA8-4DB1-AD34-4714EAA5C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FEAB55-3F07-423B-B0DA-91515C0EA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ECA4E6-1BDE-45E7-AE1E-7EB96FFC4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294C74-3BE1-4D3D-99CE-C7C1EDAC6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9EB2C5-E4B9-4A14-BC9D-C745313D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797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5D357D-0C16-4C05-BE83-E5E7AC9A0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FA2FF5-D021-4E96-9E18-004CD7208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73913-C664-4A16-86E3-3A6C84093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B837A-3C59-498D-B34B-D7CD075EDE3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B8B67B-57A1-47A9-9FD7-7F1BA1E06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D78603-92F3-431C-AEED-25C9B9107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3D85F-4587-4746-939E-10B5B0AB8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76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CD2DF3-6CDE-4478-9944-F7544A561BAF}"/>
              </a:ext>
            </a:extLst>
          </p:cNvPr>
          <p:cNvSpPr txBox="1"/>
          <p:nvPr/>
        </p:nvSpPr>
        <p:spPr>
          <a:xfrm>
            <a:off x="785813" y="600075"/>
            <a:ext cx="80438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라이브러리 </a:t>
            </a:r>
            <a:r>
              <a:rPr lang="ko-KR" altLang="en-US" dirty="0" err="1"/>
              <a:t>임포팅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텐서플로우</a:t>
            </a:r>
            <a:r>
              <a:rPr lang="en-US" altLang="ko-KR" dirty="0"/>
              <a:t>, </a:t>
            </a:r>
            <a:r>
              <a:rPr lang="ko-KR" altLang="en-US" dirty="0" err="1"/>
              <a:t>케라스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자료 </a:t>
            </a:r>
            <a:r>
              <a:rPr lang="ko-KR" altLang="en-US" dirty="0" err="1"/>
              <a:t>읽어오기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트레이닝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테스트자료 분리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endParaRPr lang="en-US" altLang="ko-KR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모델 뼈대 만들기 </a:t>
            </a:r>
            <a:r>
              <a:rPr lang="en-US" altLang="ko-KR" dirty="0">
                <a:sym typeface="Wingdings" panose="05000000000000000000" pitchFamily="2" charset="2"/>
              </a:rPr>
              <a:t>(sequential </a:t>
            </a:r>
            <a:r>
              <a:rPr lang="ko-KR" altLang="en-US" dirty="0">
                <a:sym typeface="Wingdings" panose="05000000000000000000" pitchFamily="2" charset="2"/>
              </a:rPr>
              <a:t>함수 써서</a:t>
            </a:r>
            <a:r>
              <a:rPr lang="en-US" altLang="ko-KR" dirty="0">
                <a:sym typeface="Wingdings" panose="05000000000000000000" pitchFamily="2" charset="2"/>
              </a:rPr>
              <a:t> layer</a:t>
            </a:r>
            <a:r>
              <a:rPr lang="ko-KR" altLang="en-US" dirty="0">
                <a:sym typeface="Wingdings" panose="05000000000000000000" pitchFamily="2" charset="2"/>
              </a:rPr>
              <a:t> 쌓기</a:t>
            </a:r>
            <a:r>
              <a:rPr lang="en-US" altLang="ko-KR" dirty="0">
                <a:sym typeface="Wingdings" panose="05000000000000000000" pitchFamily="2" charset="2"/>
              </a:rPr>
              <a:t>), </a:t>
            </a:r>
            <a:r>
              <a:rPr lang="ko-KR" altLang="en-US" dirty="0">
                <a:sym typeface="Wingdings" panose="05000000000000000000" pitchFamily="2" charset="2"/>
              </a:rPr>
              <a:t>회귀문제는 </a:t>
            </a:r>
            <a:r>
              <a:rPr lang="ko-KR" altLang="en-US" dirty="0" err="1">
                <a:sym typeface="Wingdings" panose="05000000000000000000" pitchFamily="2" charset="2"/>
              </a:rPr>
              <a:t>출력층</a:t>
            </a:r>
            <a:r>
              <a:rPr lang="ko-KR" altLang="en-US" dirty="0">
                <a:sym typeface="Wingdings" panose="05000000000000000000" pitchFamily="2" charset="2"/>
              </a:rPr>
              <a:t> 뉴런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개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분류문제는 분류개수 만큼 넣기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pPr marL="342900" indent="-342900"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모델 컴파일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옵티마이저</a:t>
            </a:r>
            <a:r>
              <a:rPr lang="en-US" altLang="ko-KR" dirty="0">
                <a:sym typeface="Wingdings" panose="05000000000000000000" pitchFamily="2" charset="2"/>
              </a:rPr>
              <a:t>+</a:t>
            </a:r>
            <a:r>
              <a:rPr lang="ko-KR" altLang="en-US" dirty="0" err="1">
                <a:sym typeface="Wingdings" panose="05000000000000000000" pitchFamily="2" charset="2"/>
              </a:rPr>
              <a:t>학습률</a:t>
            </a:r>
            <a:r>
              <a:rPr lang="en-US" altLang="ko-KR" dirty="0">
                <a:sym typeface="Wingdings" panose="05000000000000000000" pitchFamily="2" charset="2"/>
              </a:rPr>
              <a:t>, loss </a:t>
            </a:r>
            <a:r>
              <a:rPr lang="ko-KR" altLang="en-US" dirty="0">
                <a:sym typeface="Wingdings" panose="05000000000000000000" pitchFamily="2" charset="2"/>
              </a:rPr>
              <a:t>함수 설정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모델 훈련</a:t>
            </a:r>
            <a:r>
              <a:rPr lang="en-US" altLang="ko-KR" dirty="0"/>
              <a:t>(fit): </a:t>
            </a:r>
            <a:r>
              <a:rPr lang="ko-KR" altLang="en-US" dirty="0" err="1"/>
              <a:t>에포크</a:t>
            </a:r>
            <a:r>
              <a:rPr lang="ko-KR" altLang="en-US" dirty="0"/>
              <a:t> 설정</a:t>
            </a:r>
            <a:r>
              <a:rPr lang="en-US" altLang="ko-KR" dirty="0"/>
              <a:t>, verbose= 0 or 1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모델 성능 평가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히스토리로 </a:t>
            </a:r>
            <a:r>
              <a:rPr lang="ko-KR" altLang="en-US" dirty="0" err="1"/>
              <a:t>에포크별</a:t>
            </a:r>
            <a:r>
              <a:rPr lang="ko-KR" altLang="en-US" dirty="0"/>
              <a:t> 손실함수</a:t>
            </a:r>
            <a:r>
              <a:rPr lang="en-US" altLang="ko-KR" dirty="0"/>
              <a:t>(</a:t>
            </a:r>
            <a:r>
              <a:rPr lang="ko-KR" altLang="en-US" dirty="0"/>
              <a:t>로스</a:t>
            </a:r>
            <a:r>
              <a:rPr lang="en-US" altLang="ko-KR" dirty="0"/>
              <a:t>)</a:t>
            </a:r>
            <a:r>
              <a:rPr lang="ko-KR" altLang="en-US" dirty="0"/>
              <a:t> 추이 도시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FF4A0-AFAC-48C1-A361-7438B176D4F5}"/>
              </a:ext>
            </a:extLst>
          </p:cNvPr>
          <p:cNvSpPr txBox="1"/>
          <p:nvPr/>
        </p:nvSpPr>
        <p:spPr>
          <a:xfrm>
            <a:off x="942975" y="3943350"/>
            <a:ext cx="99869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추가로 </a:t>
            </a:r>
            <a:r>
              <a:rPr lang="ko-KR" altLang="en-US" dirty="0" err="1"/>
              <a:t>찾아볼것</a:t>
            </a:r>
            <a:endParaRPr lang="en-US" altLang="ko-KR" dirty="0"/>
          </a:p>
          <a:p>
            <a:r>
              <a:rPr lang="en-US" altLang="ko-KR" dirty="0"/>
              <a:t>-  </a:t>
            </a:r>
            <a:r>
              <a:rPr lang="ko-KR" altLang="en-US" dirty="0"/>
              <a:t>자료</a:t>
            </a:r>
            <a:r>
              <a:rPr lang="en-US" altLang="ko-KR" dirty="0"/>
              <a:t> </a:t>
            </a:r>
            <a:r>
              <a:rPr lang="ko-KR" altLang="en-US" dirty="0" err="1"/>
              <a:t>전처리</a:t>
            </a:r>
            <a:r>
              <a:rPr lang="en-US" altLang="ko-KR" dirty="0"/>
              <a:t>: </a:t>
            </a:r>
            <a:r>
              <a:rPr lang="ko-KR" altLang="en-US" dirty="0"/>
              <a:t>표준화</a:t>
            </a:r>
            <a:r>
              <a:rPr lang="en-US" altLang="ko-KR" dirty="0"/>
              <a:t>, </a:t>
            </a:r>
            <a:r>
              <a:rPr lang="ko-KR" altLang="en-US" dirty="0"/>
              <a:t>정규화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교차검증</a:t>
            </a:r>
            <a:r>
              <a:rPr lang="en-US" altLang="ko-KR" dirty="0"/>
              <a:t>(cross validation)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콜백기능</a:t>
            </a:r>
            <a:r>
              <a:rPr lang="en-US" altLang="ko-KR" dirty="0"/>
              <a:t>: </a:t>
            </a:r>
            <a:r>
              <a:rPr lang="ko-KR" altLang="en-US" dirty="0"/>
              <a:t>조기종료</a:t>
            </a:r>
            <a:r>
              <a:rPr lang="en-US" altLang="ko-KR" dirty="0"/>
              <a:t>, </a:t>
            </a:r>
            <a:r>
              <a:rPr lang="ko-KR" altLang="en-US" dirty="0"/>
              <a:t>모니터링 조건</a:t>
            </a:r>
            <a:r>
              <a:rPr lang="en-US" altLang="ko-KR" dirty="0"/>
              <a:t>(</a:t>
            </a:r>
            <a:r>
              <a:rPr lang="en-US" altLang="ko-KR" dirty="0" err="1"/>
              <a:t>val</a:t>
            </a:r>
            <a:r>
              <a:rPr lang="en-US" altLang="ko-KR" dirty="0"/>
              <a:t> </a:t>
            </a:r>
            <a:r>
              <a:rPr lang="ko-KR" altLang="en-US" dirty="0"/>
              <a:t>자료로</a:t>
            </a:r>
            <a:r>
              <a:rPr lang="en-US" altLang="ko-KR" dirty="0"/>
              <a:t>..), </a:t>
            </a:r>
            <a:r>
              <a:rPr lang="ko-KR" altLang="en-US" dirty="0"/>
              <a:t>가중치 복원</a:t>
            </a:r>
            <a:r>
              <a:rPr lang="en-US" altLang="ko-KR" dirty="0"/>
              <a:t>(</a:t>
            </a:r>
            <a:r>
              <a:rPr lang="ko-KR" altLang="en-US" dirty="0"/>
              <a:t>최고 성능 </a:t>
            </a:r>
            <a:r>
              <a:rPr lang="ko-KR" altLang="en-US" dirty="0" err="1"/>
              <a:t>에포크로</a:t>
            </a:r>
            <a:r>
              <a:rPr lang="en-US" altLang="ko-KR" dirty="0"/>
              <a:t>..)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활성화 함수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옵티마이저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8744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KNOC</dc:creator>
  <cp:lastModifiedBy>KNOC</cp:lastModifiedBy>
  <cp:revision>2</cp:revision>
  <dcterms:created xsi:type="dcterms:W3CDTF">2026-10-01T07:04:18Z</dcterms:created>
  <dcterms:modified xsi:type="dcterms:W3CDTF">2026-10-01T07:04:31Z</dcterms:modified>
</cp:coreProperties>
</file>